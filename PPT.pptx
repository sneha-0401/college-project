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4FD32-89B9-4C6D-A29F-752C1D994E79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96DFC507-74A5-4E3C-BBB5-584A00C867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6297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4FD32-89B9-4C6D-A29F-752C1D994E79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FC507-74A5-4E3C-BBB5-584A00C867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9668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4FD32-89B9-4C6D-A29F-752C1D994E79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6DFC507-74A5-4E3C-BBB5-584A00C867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3699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4FD32-89B9-4C6D-A29F-752C1D994E79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96DFC507-74A5-4E3C-BBB5-584A00C867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23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4FD32-89B9-4C6D-A29F-752C1D994E79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96DFC507-74A5-4E3C-BBB5-584A00C867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5324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4FD32-89B9-4C6D-A29F-752C1D994E79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FC507-74A5-4E3C-BBB5-584A00C867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9600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4FD32-89B9-4C6D-A29F-752C1D994E79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FC507-74A5-4E3C-BBB5-584A00C867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893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4FD32-89B9-4C6D-A29F-752C1D994E79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FC507-74A5-4E3C-BBB5-584A00C867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6445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4FD32-89B9-4C6D-A29F-752C1D994E79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6DFC507-74A5-4E3C-BBB5-584A00C867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3253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4FD32-89B9-4C6D-A29F-752C1D994E79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6DFC507-74A5-4E3C-BBB5-584A00C867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9224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4FD32-89B9-4C6D-A29F-752C1D994E79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6DFC507-74A5-4E3C-BBB5-584A00C8679D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172434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4FD32-89B9-4C6D-A29F-752C1D994E79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6DFC507-74A5-4E3C-BBB5-584A00C867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62018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4FD32-89B9-4C6D-A29F-752C1D994E79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6DFC507-74A5-4E3C-BBB5-584A00C8679D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23444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4FD32-89B9-4C6D-A29F-752C1D994E79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6DFC507-74A5-4E3C-BBB5-584A00C867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00788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4FD32-89B9-4C6D-A29F-752C1D994E79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FC507-74A5-4E3C-BBB5-584A00C867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92184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4FD32-89B9-4C6D-A29F-752C1D994E79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FC507-74A5-4E3C-BBB5-584A00C867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9817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04FD32-89B9-4C6D-A29F-752C1D994E79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96DFC507-74A5-4E3C-BBB5-584A00C867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7848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A6126-66AE-DE0A-F780-821FB37EE0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79711" y="1131938"/>
            <a:ext cx="8796541" cy="3689555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VENDOR &amp; PURCHASE MANAGEMNET SYSTEM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WEB-BASED APPLICATION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D499B7-6F6D-0FDA-246F-E5ECCE0EE7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9214" y="5122605"/>
            <a:ext cx="8796542" cy="1248697"/>
          </a:xfrm>
        </p:spPr>
        <p:txBody>
          <a:bodyPr>
            <a:normAutofit fontScale="85000" lnSpcReduction="20000"/>
          </a:bodyPr>
          <a:lstStyle/>
          <a:p>
            <a:pPr algn="r"/>
            <a:r>
              <a:rPr lang="en-US" dirty="0"/>
              <a:t>BY:-</a:t>
            </a:r>
          </a:p>
          <a:p>
            <a:pPr algn="r"/>
            <a:r>
              <a:rPr lang="en-US" dirty="0"/>
              <a:t>SHIVAM KASHYAP[23011311048]</a:t>
            </a:r>
          </a:p>
          <a:p>
            <a:pPr algn="r"/>
            <a:r>
              <a:rPr lang="en-US" dirty="0"/>
              <a:t>SNEHA MANWANI[23011311051]</a:t>
            </a:r>
          </a:p>
          <a:p>
            <a:pPr algn="r"/>
            <a:r>
              <a:rPr lang="en-US" dirty="0"/>
              <a:t>SUJAL MAKHIJA[23011311053]</a:t>
            </a:r>
            <a:endParaRPr lang="en-IN" dirty="0"/>
          </a:p>
        </p:txBody>
      </p:sp>
      <p:pic>
        <p:nvPicPr>
          <p:cNvPr id="4" name="image1.png">
            <a:extLst>
              <a:ext uri="{FF2B5EF4-FFF2-40B4-BE49-F238E27FC236}">
                <a16:creationId xmlns:a16="http://schemas.microsoft.com/office/drawing/2014/main" id="{EECBC903-33C1-F75B-9A35-29D1CB47FAB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65615" y="126465"/>
            <a:ext cx="6624735" cy="1306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295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49A59-166D-39F9-83AE-7178588BF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02700-9A78-2C9D-C81E-775D3DB4A2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0554" y="1710812"/>
            <a:ext cx="8911687" cy="4523077"/>
          </a:xfrm>
        </p:spPr>
        <p:txBody>
          <a:bodyPr>
            <a:normAutofit/>
          </a:bodyPr>
          <a:lstStyle/>
          <a:p>
            <a:r>
              <a:rPr lang="en-US" dirty="0"/>
              <a:t>INTRODUCTION</a:t>
            </a:r>
          </a:p>
          <a:p>
            <a:r>
              <a:rPr lang="en-US" dirty="0"/>
              <a:t>OBJECTIVE</a:t>
            </a:r>
          </a:p>
          <a:p>
            <a:r>
              <a:rPr lang="en-US" dirty="0"/>
              <a:t>EXISTING SYSTEM</a:t>
            </a:r>
          </a:p>
          <a:p>
            <a:r>
              <a:rPr lang="en-US" dirty="0"/>
              <a:t>PROPOSED SYSTEM</a:t>
            </a:r>
          </a:p>
          <a:p>
            <a:r>
              <a:rPr lang="en-IN" dirty="0"/>
              <a:t>TECHNOLOGIES USED</a:t>
            </a:r>
          </a:p>
          <a:p>
            <a:r>
              <a:rPr lang="en-IN" dirty="0"/>
              <a:t>SYSTEEM ARCHITECHTURE</a:t>
            </a:r>
          </a:p>
          <a:p>
            <a:r>
              <a:rPr lang="en-IN" dirty="0"/>
              <a:t>FEATURES</a:t>
            </a:r>
          </a:p>
          <a:p>
            <a:r>
              <a:rPr lang="en-IN" dirty="0"/>
              <a:t>DATABASE DESIGN</a:t>
            </a:r>
          </a:p>
          <a:p>
            <a:r>
              <a:rPr lang="en-IN"/>
              <a:t>REPORT </a:t>
            </a:r>
            <a:r>
              <a:rPr lang="en-IN" dirty="0"/>
              <a:t>FEATURES</a:t>
            </a:r>
          </a:p>
          <a:p>
            <a:r>
              <a:rPr lang="en-IN" dirty="0"/>
              <a:t>CONCLUSION</a:t>
            </a:r>
          </a:p>
          <a:p>
            <a:r>
              <a:rPr lang="en-IN" dirty="0"/>
              <a:t>FUTURE SCOPES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72010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A4840-E64A-74E1-A1AD-3A87AC6E4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69FAB8-3B0B-EF7C-6756-69F6343C7D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/>
              <a:t>CHALLENGES:- </a:t>
            </a:r>
          </a:p>
          <a:p>
            <a:pPr marL="0" indent="0">
              <a:buNone/>
            </a:pPr>
            <a:r>
              <a:rPr lang="en-US" dirty="0"/>
              <a:t>      * Manual vendor and purchase management is inefficient</a:t>
            </a:r>
          </a:p>
          <a:p>
            <a:pPr marL="0" indent="0">
              <a:buNone/>
            </a:pPr>
            <a:r>
              <a:rPr lang="en-US" dirty="0"/>
              <a:t>      * Prone to errors and data loss</a:t>
            </a:r>
          </a:p>
          <a:p>
            <a:pPr marL="0" indent="0">
              <a:buNone/>
            </a:pPr>
            <a:r>
              <a:rPr lang="en-US" dirty="0"/>
              <a:t>      * Difficult to maintain records</a:t>
            </a:r>
          </a:p>
          <a:p>
            <a:pPr marL="0" indent="0">
              <a:buNone/>
            </a:pPr>
            <a:endParaRPr lang="en-US" dirty="0"/>
          </a:p>
          <a:p>
            <a:r>
              <a:rPr lang="en-IN" b="1" u="sng" dirty="0"/>
              <a:t>SOLUTION:-</a:t>
            </a:r>
          </a:p>
          <a:p>
            <a:pPr marL="0" indent="0">
              <a:buNone/>
            </a:pPr>
            <a:r>
              <a:rPr lang="en-IN" dirty="0"/>
              <a:t>      </a:t>
            </a:r>
            <a:r>
              <a:rPr lang="en-US" dirty="0"/>
              <a:t>A web-based system to manage vendors and purchases efficiently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45953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1EF78-A967-08E6-D6B8-A45388E26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9F838C-8FB6-0E02-1E6E-1F6FAF920F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manage vendor details digitally</a:t>
            </a:r>
          </a:p>
          <a:p>
            <a:r>
              <a:rPr lang="en-US" dirty="0"/>
              <a:t>To record purchase transactions</a:t>
            </a:r>
          </a:p>
          <a:p>
            <a:r>
              <a:rPr lang="en-US" dirty="0"/>
              <a:t>To reduce manual errors</a:t>
            </a:r>
          </a:p>
          <a:p>
            <a:r>
              <a:rPr lang="en-US" dirty="0"/>
              <a:t>To provide quick search and access</a:t>
            </a:r>
          </a:p>
          <a:p>
            <a:r>
              <a:rPr lang="en-US" dirty="0"/>
              <a:t>To generate reports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7168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C3FE6-46A8-C0D2-5D6A-346383163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FB56D-4677-5E20-C9F5-970FCB6235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Paper-based or Excel records</a:t>
            </a:r>
          </a:p>
          <a:p>
            <a:r>
              <a:rPr lang="en-US" dirty="0"/>
              <a:t>Time-consuming</a:t>
            </a:r>
          </a:p>
          <a:p>
            <a:r>
              <a:rPr lang="en-US" dirty="0"/>
              <a:t>No centralized database</a:t>
            </a:r>
          </a:p>
          <a:p>
            <a:r>
              <a:rPr lang="en-US" dirty="0"/>
              <a:t>Difficult to track expenses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220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C4C96-3B9D-236B-2580-7C3C77EEF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D7DE1-77D9-6957-A783-6F3A645F41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Web-based application</a:t>
            </a:r>
          </a:p>
          <a:p>
            <a:r>
              <a:rPr lang="en-US" dirty="0"/>
              <a:t>Centralized database (SQLite)</a:t>
            </a:r>
          </a:p>
          <a:p>
            <a:r>
              <a:rPr lang="en-US" dirty="0"/>
              <a:t>Easy data entry and retrieval</a:t>
            </a:r>
          </a:p>
          <a:p>
            <a:r>
              <a:rPr lang="en-US" dirty="0"/>
              <a:t>Automated report generation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91435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C5BDC-3A25-896D-1D7F-C8A554E38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D107C-73A9-B518-1535-323D787E27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u="sng" dirty="0"/>
              <a:t>Frontend:-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HTML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Bootstrap</a:t>
            </a:r>
          </a:p>
          <a:p>
            <a:pPr marL="0" indent="0">
              <a:buNone/>
            </a:pPr>
            <a:r>
              <a:rPr lang="en-IN" b="1" u="sng" dirty="0"/>
              <a:t>Backend:-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Python (Flask)</a:t>
            </a:r>
          </a:p>
          <a:p>
            <a:pPr marL="0" indent="0">
              <a:buNone/>
            </a:pPr>
            <a:r>
              <a:rPr lang="en-IN" b="1" u="sng" dirty="0"/>
              <a:t>Database:-</a:t>
            </a:r>
            <a:r>
              <a:rPr lang="en-IN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SQLite</a:t>
            </a:r>
          </a:p>
          <a:p>
            <a:pPr marL="0" indent="0">
              <a:buNone/>
            </a:pPr>
            <a:r>
              <a:rPr lang="en-IN" b="1" u="sng" dirty="0"/>
              <a:t>Tools:-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VS Code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Web Browser</a:t>
            </a:r>
          </a:p>
        </p:txBody>
      </p:sp>
    </p:spTree>
    <p:extLst>
      <p:ext uri="{BB962C8B-B14F-4D97-AF65-F5344CB8AC3E}">
        <p14:creationId xmlns:p14="http://schemas.microsoft.com/office/powerpoint/2010/main" val="3329679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E12FD-E574-E094-BFD4-0A1B06BF5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ARCHITECHTURE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44C123-98CD-82E0-8104-DCAB921201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u="sng" dirty="0"/>
              <a:t>3-Tier Architecture: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Presentation Layer (UI)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Application Layer (Flask)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Database Layer (SQLite)</a:t>
            </a:r>
          </a:p>
        </p:txBody>
      </p:sp>
    </p:spTree>
    <p:extLst>
      <p:ext uri="{BB962C8B-B14F-4D97-AF65-F5344CB8AC3E}">
        <p14:creationId xmlns:p14="http://schemas.microsoft.com/office/powerpoint/2010/main" val="2303242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8AF6C-0DE5-7EC0-7C3B-079916603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F194A-8072-EB6F-3BD5-8BA2C04055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Vendor Management (Add/Edit/Delete)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Purchase Management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Search Functionality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Report Generation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User-Friendly Interface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48452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8507F-C588-E354-CF79-EB3B8EB2D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358E9-5CE2-D9E3-CCF2-739F92E0F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1687" cy="418854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u="sng" dirty="0"/>
              <a:t>Vendors Table:-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Name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Contact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Address</a:t>
            </a:r>
          </a:p>
          <a:p>
            <a:pPr marL="0" indent="0">
              <a:buNone/>
            </a:pPr>
            <a:endParaRPr lang="en-US" b="1" u="sng" dirty="0"/>
          </a:p>
          <a:p>
            <a:pPr marL="0" indent="0">
              <a:buNone/>
            </a:pPr>
            <a:r>
              <a:rPr lang="en-US" b="1" u="sng" dirty="0"/>
              <a:t>Purchases Table:-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Vendor ID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Amount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32626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4E921-3EC5-0FAF-F249-2C7F25792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 FEATURES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E8DDA0-7114-BF34-9698-05A6BB37CB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Displays total expenses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Vendor-wise summary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Helps in decision making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Uses SQL aggregation (SUM, GROUP BY)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3948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32F7E-F824-9A2C-2B88-E83EDED1A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93ABB-005B-07CF-D61E-A150F7CD35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System reduces manual work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Improves data accuracy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Easy to use and scalable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Can be enhanced further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73274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BDB6D-73B5-E5A8-BDE1-017A8A854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3553D-968B-5578-1BB2-8E899B8405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User login system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PDF/Excel export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Graphs and charts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Email notifications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Integration with accounting software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91544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FAD2A-7653-23CD-308E-532548127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21197765">
            <a:off x="2583093" y="968238"/>
            <a:ext cx="8625681" cy="4675477"/>
          </a:xfrm>
        </p:spPr>
        <p:txBody>
          <a:bodyPr>
            <a:normAutofit/>
          </a:bodyPr>
          <a:lstStyle/>
          <a:p>
            <a:pPr algn="ctr"/>
            <a:r>
              <a:rPr lang="en-US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YOU….!!</a:t>
            </a:r>
            <a:endParaRPr lang="en-IN" sz="1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5923890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25</TotalTime>
  <Words>274</Words>
  <Application>Microsoft Office PowerPoint</Application>
  <PresentationFormat>Widescreen</PresentationFormat>
  <Paragraphs>96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Century Gothic</vt:lpstr>
      <vt:lpstr>Times New Roman</vt:lpstr>
      <vt:lpstr>Wingdings 3</vt:lpstr>
      <vt:lpstr>Wisp</vt:lpstr>
      <vt:lpstr>VENDOR &amp; PURCHASE MANAGEMNET SYSTEM  A WEB-BASED APPLICATION</vt:lpstr>
      <vt:lpstr>INDEX</vt:lpstr>
      <vt:lpstr>INTRODUCTION</vt:lpstr>
      <vt:lpstr>OBJECTIVE</vt:lpstr>
      <vt:lpstr>EXISTING SYSTEM</vt:lpstr>
      <vt:lpstr>PROPOSED SYSTEM</vt:lpstr>
      <vt:lpstr>TECHNOLOGIES USED</vt:lpstr>
      <vt:lpstr>SYSTEM ARCHITECHTURE</vt:lpstr>
      <vt:lpstr>FEATURES</vt:lpstr>
      <vt:lpstr>DATABASE DESIGN</vt:lpstr>
      <vt:lpstr>REPORT FEATURES</vt:lpstr>
      <vt:lpstr>CONCLUSION</vt:lpstr>
      <vt:lpstr>FUTURE SCOPE</vt:lpstr>
      <vt:lpstr>THANK YOU….!!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snehamanwani2@outlook.com</dc:creator>
  <cp:lastModifiedBy>snehamanwani2@outlook.com</cp:lastModifiedBy>
  <cp:revision>3</cp:revision>
  <dcterms:created xsi:type="dcterms:W3CDTF">2026-04-20T13:56:31Z</dcterms:created>
  <dcterms:modified xsi:type="dcterms:W3CDTF">2026-04-29T16:45:32Z</dcterms:modified>
</cp:coreProperties>
</file>